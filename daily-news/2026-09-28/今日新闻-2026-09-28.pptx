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457200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6475"/>
                </a:solidFill>
                <a:latin typeface="PingFang SC"/>
                <a:ea typeface="PingFang SC"/>
              </a:rPr>
              <a:t>小小新闻 · 第1页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005840"/>
            <a:ext cx="443484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43000"/>
            <a:ext cx="402336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84A"/>
                </a:solidFill>
                <a:latin typeface="PingFang SC"/>
                <a:ea typeface="PingFang SC"/>
              </a:rPr>
              <a:t>9月28日  星期一  上海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943600" cy="109728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4800" b="1">
                <a:solidFill>
                  <a:srgbClr val="26384A"/>
                </a:solidFill>
                <a:latin typeface="PingFang SC"/>
                <a:ea typeface="PingFang SC"/>
              </a:rPr>
              <a:t>今天有小雨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54680"/>
            <a:ext cx="3840480" cy="73152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6475"/>
                </a:solidFill>
                <a:latin typeface="PingFang SC"/>
                <a:ea typeface="PingFang SC"/>
              </a:rPr>
              <a:t>23—25℃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160520"/>
            <a:ext cx="498348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4352544"/>
            <a:ext cx="4572000" cy="329184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26384A"/>
                </a:solidFill>
                <a:latin typeface="PingFang SC"/>
                <a:ea typeface="PingFang SC"/>
              </a:rPr>
              <a:t>带小伞，小心地上滑。</a:t>
            </a:r>
          </a:p>
        </p:txBody>
      </p:sp>
      <p:sp>
        <p:nvSpPr>
          <p:cNvPr id="10" name="Oval 9"/>
          <p:cNvSpPr/>
          <p:nvPr/>
        </p:nvSpPr>
        <p:spPr>
          <a:xfrm>
            <a:off x="9052560" y="685800"/>
            <a:ext cx="1325880" cy="1325880"/>
          </a:xfrm>
          <a:prstGeom prst="ellipse">
            <a:avLst/>
          </a:prstGeom>
          <a:solidFill>
            <a:srgbClr val="FFD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0" y="2514600"/>
            <a:ext cx="41148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86600" y="1993392"/>
            <a:ext cx="1325880" cy="1325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0" y="1719072"/>
            <a:ext cx="1645920" cy="1645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ardrop 13"/>
          <p:cNvSpPr/>
          <p:nvPr/>
        </p:nvSpPr>
        <p:spPr>
          <a:xfrm>
            <a:off x="7086600" y="3977639"/>
            <a:ext cx="256032" cy="530352"/>
          </a:xfrm>
          <a:prstGeom prst="teardrop">
            <a:avLst/>
          </a:prstGeom>
          <a:solidFill>
            <a:srgbClr val="78C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ardrop 14"/>
          <p:cNvSpPr/>
          <p:nvPr/>
        </p:nvSpPr>
        <p:spPr>
          <a:xfrm>
            <a:off x="7955279" y="3977639"/>
            <a:ext cx="256032" cy="530352"/>
          </a:xfrm>
          <a:prstGeom prst="teardrop">
            <a:avLst/>
          </a:prstGeom>
          <a:solidFill>
            <a:srgbClr val="78C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ardrop 15"/>
          <p:cNvSpPr/>
          <p:nvPr/>
        </p:nvSpPr>
        <p:spPr>
          <a:xfrm>
            <a:off x="8823960" y="3977639"/>
            <a:ext cx="256032" cy="530352"/>
          </a:xfrm>
          <a:prstGeom prst="teardrop">
            <a:avLst/>
          </a:prstGeom>
          <a:solidFill>
            <a:srgbClr val="78C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ardrop 16"/>
          <p:cNvSpPr/>
          <p:nvPr/>
        </p:nvSpPr>
        <p:spPr>
          <a:xfrm>
            <a:off x="9692640" y="3977639"/>
            <a:ext cx="256032" cy="530352"/>
          </a:xfrm>
          <a:prstGeom prst="teardrop">
            <a:avLst/>
          </a:prstGeom>
          <a:solidFill>
            <a:srgbClr val="78C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6236208"/>
            <a:ext cx="7955279" cy="27432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07080"/>
                </a:solidFill>
                <a:latin typeface="PingFang SC"/>
                <a:ea typeface="PingFang SC"/>
              </a:rPr>
              <a:t>大家早上好！今天上海有小雨。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236208"/>
            <a:ext cx="64008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07080"/>
                </a:solidFill>
                <a:latin typeface="PingFang SC"/>
                <a:ea typeface="PingFang SC"/>
              </a:rPr>
              <a:t>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ndas.jpg"/>
          <p:cNvPicPr>
            <a:picLocks noChangeAspect="1"/>
          </p:cNvPicPr>
          <p:nvPr/>
        </p:nvPicPr>
        <p:blipFill>
          <a:blip r:embed="rId2"/>
          <a:srcRect l="17231" r="17231"/>
          <a:stretch>
            <a:fillRect/>
          </a:stretch>
        </p:blipFill>
        <p:spPr>
          <a:xfrm>
            <a:off x="566928" y="548640"/>
            <a:ext cx="5806440" cy="49834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882896" y="347472"/>
            <a:ext cx="1737360" cy="621792"/>
          </a:xfrm>
          <a:prstGeom prst="roundRect">
            <a:avLst/>
          </a:prstGeom>
          <a:solidFill>
            <a:srgbClr val="FFD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512064"/>
            <a:ext cx="1444752" cy="27432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6384A"/>
                </a:solidFill>
                <a:latin typeface="PingFang SC"/>
                <a:ea typeface="PingFang SC"/>
              </a:rPr>
              <a:t>到新家啦！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2280" y="594360"/>
            <a:ext cx="429768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6475"/>
                </a:solidFill>
                <a:latin typeface="PingFang SC"/>
                <a:ea typeface="PingFang SC"/>
              </a:rPr>
              <a:t>今天的新鲜事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48272" y="1060704"/>
            <a:ext cx="4617720" cy="804672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26384A"/>
                </a:solidFill>
                <a:latin typeface="PingFang SC"/>
                <a:ea typeface="PingFang SC"/>
              </a:rPr>
              <a:t>熊猫坐飞机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2084831"/>
            <a:ext cx="4389120" cy="123444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26384A"/>
                </a:solidFill>
                <a:latin typeface="PingFang SC"/>
                <a:ea typeface="PingFang SC"/>
              </a:rPr>
              <a:t>平平和福双
到了新家。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4848" y="3584448"/>
            <a:ext cx="4389120" cy="114300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2300" b="0">
                <a:solidFill>
                  <a:srgbClr val="26384A"/>
                </a:solidFill>
                <a:latin typeface="PingFang SC"/>
                <a:ea typeface="PingFang SC"/>
              </a:rPr>
              <a:t>它们先休息，
过些天再见大家。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84848" y="4965192"/>
            <a:ext cx="4069080" cy="7132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5148072"/>
            <a:ext cx="3703320" cy="292608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384A"/>
                </a:solidFill>
                <a:latin typeface="PingFang SC"/>
                <a:ea typeface="PingFang SC"/>
              </a:rPr>
              <a:t>你想送熊猫什么礼物？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806440"/>
            <a:ext cx="77724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07080"/>
                </a:solidFill>
                <a:latin typeface="PingFang SC"/>
                <a:ea typeface="PingFang SC"/>
              </a:rPr>
              <a:t>新闻：新华社 2026年9月28日　图片：央视新闻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236208"/>
            <a:ext cx="7955279" cy="27432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07080"/>
                </a:solidFill>
                <a:latin typeface="PingFang SC"/>
                <a:ea typeface="PingFang SC"/>
              </a:rPr>
              <a:t>我的分享说完了，谢谢大家！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236208"/>
            <a:ext cx="64008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07080"/>
                </a:solidFill>
                <a:latin typeface="PingFang SC"/>
                <a:ea typeface="PingFang SC"/>
              </a:rPr>
              <a:t>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