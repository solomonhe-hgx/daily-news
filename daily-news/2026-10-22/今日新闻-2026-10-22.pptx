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05840" cy="411480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54537"/>
                </a:solidFill>
                <a:latin typeface="Microsoft YaHei"/>
                <a:ea typeface="Microsoft YaHei"/>
              </a:rP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1148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52665B"/>
                </a:solidFill>
                <a:latin typeface="Microsoft YaHei"/>
                <a:ea typeface="Microsoft YaHei"/>
              </a:rPr>
              <a:t>新铁路上的大桥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1264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yuwan-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097280"/>
            <a:ext cx="4846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54537"/>
                </a:solidFill>
                <a:latin typeface="Microsoft YaHei"/>
                <a:ea typeface="Microsoft YaHei"/>
              </a:rPr>
              <a:t>新大桥上的火车试跑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重庆到万州要修一条新铁路，上面有一座很大很大的桥。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10月20日，火车第一次在桥上试跑，看看一切安不安全。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206240"/>
            <a:ext cx="4846320" cy="6858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25196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BC4F32"/>
                </a:solidFill>
                <a:latin typeface="Microsoft YaHei"/>
                <a:ea typeface="Microsoft YaHei"/>
              </a:rPr>
              <a:t>以后坐火车去万州，会更快更方便。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小小新闻播报 · 2026年10月22日 星期四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008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每条新闻独立一页，共3页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05840" cy="411480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54537"/>
                </a:solidFill>
                <a:latin typeface="Microsoft YaHei"/>
                <a:ea typeface="Microsoft YaHei"/>
              </a:rP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1148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52665B"/>
                </a:solidFill>
                <a:latin typeface="Microsoft YaHei"/>
                <a:ea typeface="Microsoft YaHei"/>
              </a:rPr>
              <a:t>科学小发现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1264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lecular-spon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097280"/>
            <a:ext cx="4846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54537"/>
                </a:solidFill>
                <a:latin typeface="Microsoft YaHei"/>
                <a:ea typeface="Microsoft YaHei"/>
              </a:rPr>
              <a:t>废塑料变成小海绵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科学家把不要的塑料，变成了一种像海绵一样的新材料。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这种小海绵可以从空气里吸出水来，加热以后水又会跑出来。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206240"/>
            <a:ext cx="4846320" cy="6858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25196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BC4F32"/>
                </a:solidFill>
                <a:latin typeface="Microsoft YaHei"/>
                <a:ea typeface="Microsoft YaHei"/>
              </a:rPr>
              <a:t>不要的东西，动脑筋也能变成有用的宝贝。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小小新闻播报 · 2026年10月22日 星期四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008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每条新闻独立一页，共3页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05840" cy="411480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54537"/>
                </a:solidFill>
                <a:latin typeface="Microsoft YaHei"/>
                <a:ea typeface="Microsoft YaHei"/>
              </a:rP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1148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52665B"/>
                </a:solidFill>
                <a:latin typeface="Microsoft YaHei"/>
                <a:ea typeface="Microsoft YaHei"/>
              </a:rPr>
              <a:t>太阳能发电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1264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olar-tow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097280"/>
            <a:ext cx="4846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54537"/>
                </a:solidFill>
                <a:latin typeface="Microsoft YaHei"/>
                <a:ea typeface="Microsoft YaHei"/>
              </a:rPr>
              <a:t>220米高的太阳能大塔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在新疆，有一座220米高的大塔，周围摆满了镜子。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镜子把阳光照到塔顶，把盐烧得很热很热，就能发电了。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206240"/>
            <a:ext cx="4846320" cy="6858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25196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BC4F32"/>
                </a:solidFill>
                <a:latin typeface="Microsoft YaHei"/>
                <a:ea typeface="Microsoft YaHei"/>
              </a:rPr>
              <a:t>太阳光也能变成电，让灯亮起来、让电视转起来。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小小新闻播报 · 2026年10月22日 星期四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008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每条新闻独立一页，共3页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