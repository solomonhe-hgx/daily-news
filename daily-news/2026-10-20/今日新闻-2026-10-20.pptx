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网球场上的冠军</a:t>
            </a:r>
          </a:p>
        </p:txBody>
      </p:sp>
      <p:pic>
        <p:nvPicPr>
          <p:cNvPr id="6" name="Picture 5" descr="zheng-tenn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zheng-tenn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郑钦文首夺中网冠军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10月11日，郑钦文在北京拿到中国网球公开赛女单冠军。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她连赢7场比赛，第一次举起WTA1000级别的奖杯。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坚持练习就能离梦想更近。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2026年10月20日 星期二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每条新闻独立一页，共3页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飞向太空的火箭</a:t>
            </a:r>
          </a:p>
        </p:txBody>
      </p:sp>
      <p:pic>
        <p:nvPicPr>
          <p:cNvPr id="6" name="Picture 5" descr="zhuque-rocke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zhuque-rocke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朱雀二号一次送十颗卫星上天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10月14日晚上，朱雀二号火箭带着10颗卫星一起飞向太空。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这些卫星会在太空里帮忙做计算和通信。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火箭可以把很多卫星一起送到太空，让我们的生活更方便。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2026年10月20日 星期二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每条新闻独立一页，共3页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深海里的发现</a:t>
            </a:r>
          </a:p>
        </p:txBody>
      </p:sp>
      <p:pic>
        <p:nvPicPr>
          <p:cNvPr id="6" name="Picture 5" descr="jiaolong-deep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iaolong-deep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蛟龙号从深海带回石头和塑料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蛟龙号潜水器下潜到4400米深的海底，带回了石头、泥巴和海水。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科学家还在海底发现了一块蓝色塑料片，提醒大家要爱护海洋。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深海里有很多秘密，我们也要保护海洋不被垃圾污染。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2026年10月20日 星期二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每条新闻独立一页，共3页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