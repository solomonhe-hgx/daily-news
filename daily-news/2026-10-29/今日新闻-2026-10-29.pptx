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1005840" cy="411480"/>
          </a:xfrm>
          <a:prstGeom prst="roundRect">
            <a:avLst/>
          </a:prstGeom>
          <a:solidFill>
            <a:srgbClr val="E8F0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0584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ctr"/>
            <a:r>
              <a:rPr sz="1400" b="1">
                <a:solidFill>
                  <a:srgbClr val="254537"/>
                </a:solidFill>
                <a:latin typeface="Microsoft YaHei"/>
                <a:ea typeface="Microsoft YaHei"/>
              </a:rPr>
              <a:t>1 /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7360" y="411480"/>
            <a:ext cx="27432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400" b="0">
                <a:solidFill>
                  <a:srgbClr val="52665B"/>
                </a:solidFill>
                <a:latin typeface="Microsoft YaHei"/>
                <a:ea typeface="Microsoft YaHei"/>
              </a:rPr>
              <a:t>亚洲残疾人运动会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05840"/>
            <a:ext cx="6126480" cy="52120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ara-games-china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7280"/>
            <a:ext cx="5943600" cy="5029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0" y="1097280"/>
            <a:ext cx="4846320" cy="10972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3600" b="1">
                <a:solidFill>
                  <a:srgbClr val="254537"/>
                </a:solidFill>
                <a:latin typeface="Microsoft YaHei"/>
                <a:ea typeface="Microsoft YaHei"/>
              </a:rPr>
              <a:t>中国运动员在日本拿了207块金牌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2377440"/>
            <a:ext cx="484632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2200" b="0">
                <a:solidFill>
                  <a:srgbClr val="254537"/>
                </a:solidFill>
                <a:latin typeface="Microsoft YaHei"/>
                <a:ea typeface="Microsoft YaHei"/>
              </a:rPr>
              <a:t>10月24日，第4届亚洲残疾人运动会在日本结束了。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3200400"/>
            <a:ext cx="484632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2200" b="0">
                <a:solidFill>
                  <a:srgbClr val="254537"/>
                </a:solidFill>
                <a:latin typeface="Microsoft YaHei"/>
                <a:ea typeface="Microsoft YaHei"/>
              </a:rPr>
              <a:t>中国代表团拿了207块金牌，一共435块奖牌，连续第五次排第一。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0" y="4206240"/>
            <a:ext cx="4846320" cy="685800"/>
          </a:xfrm>
          <a:prstGeom prst="roundRect">
            <a:avLst/>
          </a:prstGeom>
          <a:solidFill>
            <a:srgbClr val="FFF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0" y="4251960"/>
            <a:ext cx="4663440" cy="5943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BC4F32"/>
                </a:solidFill>
                <a:latin typeface="Microsoft YaHei"/>
                <a:ea typeface="Microsoft YaHei"/>
              </a:rPr>
              <a:t>残疾人运动员也很努力，他们用行动告诉我们：坚持就能做到。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000" b="0">
                <a:solidFill>
                  <a:srgbClr val="52665B"/>
                </a:solidFill>
                <a:latin typeface="Microsoft YaHei"/>
                <a:ea typeface="Microsoft YaHei"/>
              </a:rPr>
              <a:t>小小新闻播报 · 2026年10月29日 星期四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6400800"/>
            <a:ext cx="48463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r"/>
            <a:r>
              <a:rPr sz="1000" b="0">
                <a:solidFill>
                  <a:srgbClr val="52665B"/>
                </a:solidFill>
                <a:latin typeface="Microsoft YaHei"/>
                <a:ea typeface="Microsoft YaHei"/>
              </a:rPr>
              <a:t>第1页，共3页</a:t>
            </a:r>
          </a:p>
        </p:txBody>
      </p:sp>
    </p:spTree>
  </p:cSld>
  <p:clrMapOvr>
    <a:masterClrMapping/>
  </p:clrMapOvr>
  <p:timing>
    <p:tnLst>
      <p:par>
        <p:cT id="1" dur="indefinite" restart="never" nodeType="tmRoot">
          <p:childTnLst>
            <p:seq concurrent="1" nextAc="seek">
              <p:cT id="2" dur="indefinite" nodeType="mainSeq">
                <p:childTnLst>
                  <p:par>
                    <p:cT id="3" fill="hold">
                      <p:stCondLst>
                        <p:cond delay="0"/>
                      </p:stCondLst>
                      <p:childTnLst>
                        <p:set>
                          <p:cBhvr>
                            <p:cT id="4" dur="1" fill="hold">
                              <p:stCondLst>
                                <p:cond delay="0"/>
                              </p:stCondLst>
                            </p:cT>
                            <p:tgtEl>
                              <p:spTgt spid="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 id="5" dur="300"/>
                            <p:tgtEl>
                              <p:spTgt spid="2"/>
                            </p:tgtEl>
                          </p:cBhvr>
                        </p:animEffect>
                      </p:childTnLst>
                    </p:cT>
                  </p:par>
                  <p:par>
                    <p:cT id="4" fill="hold">
                      <p:stCondLst>
                        <p:cond delay="200"/>
                      </p:stCondLst>
                      <p:childTnLst>
                        <p:set>
                          <p:cBhvr>
                            <p:cT id="5" dur="1" fill="hold">
                              <p:stCondLst>
                                <p:cond delay="0"/>
                              </p:stCondLst>
                            </p:cT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 id="6" dur="400"/>
                            <p:tgtEl>
                              <p:spTgt spid="3"/>
                            </p:tgtEl>
                          </p:cBhvr>
                        </p:animEffect>
                      </p:childTnLst>
                    </p:cT>
                  </p:par>
                  <p:par>
                    <p:cT id="5" fill="hold">
                      <p:stCondLst>
                        <p:cond delay="300"/>
                      </p:stCondLst>
                      <p:childTnLst>
                        <p:set>
                          <p:cBhvr>
                            <p:cT id="6" dur="1" fill="hold">
                              <p:stCondLst>
                                <p:cond delay="0"/>
                              </p:stCondLst>
                            </p:cT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 id="7" dur="400"/>
                            <p:tgtEl>
                              <p:spTgt spid="5"/>
                            </p:tgtEl>
                          </p:cBhvr>
                        </p:animEffect>
                      </p:childTnLst>
                    </p:cT>
                  </p:par>
                  <p:par>
                    <p:cT id="6" fill="hold">
                      <p:stCondLst>
                        <p:cond delay="400"/>
                      </p:stCondLst>
                      <p:childTnLst>
                        <p:set>
                          <p:cBhvr>
                            <p:cT id="7" dur="1" fill="hold">
                              <p:stCondLst>
                                <p:cond delay="0"/>
                              </p:stCondLst>
                            </p:cT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 id="8" dur="500"/>
                            <p:tgtEl>
                              <p:spTgt spid="6"/>
                            </p:tgtEl>
                          </p:cBhvr>
                        </p:animEffect>
                      </p:childTnLst>
                    </p:cT>
                  </p:par>
                  <p:par>
                    <p:cT id="7" fill="hold">
                      <p:stCondLst>
                        <p:cond delay="600"/>
                      </p:stCondLst>
                      <p:childTnLst>
                        <p:set>
                          <p:cBhvr>
                            <p:cT id="8" dur="1" fill="hold">
                              <p:stCondLst>
                                <p:cond delay="0"/>
                              </p:stCondLst>
                            </p:cT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 id="9" dur="500"/>
                            <p:tgtEl>
                              <p:spTgt spid="8"/>
                            </p:tgtEl>
                          </p:cBhvr>
                        </p:animEffect>
                      </p:childTnLst>
                    </p:cT>
                  </p:par>
                  <p:par>
                    <p:cT id="8" fill="hold">
                      <p:stCondLst>
                        <p:cond delay="800"/>
                      </p:stCondLst>
                      <p:childTnLst>
                        <p:set>
                          <p:cBhvr>
                            <p:cT id="9" dur="1" fill="hold">
                              <p:stCondLst>
                                <p:cond delay="0"/>
                              </p:stCondLst>
                            </p:cT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 id="10" dur="500"/>
                            <p:tgtEl>
                              <p:spTgt spid="9"/>
                            </p:tgtEl>
                          </p:cBhvr>
                        </p:animEffect>
                      </p:childTnLst>
                    </p:cT>
                  </p:par>
                  <p:par>
                    <p:cT id="9" fill="hold">
                      <p:stCondLst>
                        <p:cond delay="1000"/>
                      </p:stCondLst>
                      <p:childTnLst>
                        <p:set>
                          <p:cBhvr>
                            <p:cT id="10" dur="1" fill="hold">
                              <p:stCondLst>
                                <p:cond delay="0"/>
                              </p:stCondLst>
                            </p:cT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 id="11" dur="500"/>
                            <p:tgtEl>
                              <p:spTgt spid="10"/>
                            </p:tgtEl>
                          </p:cBhvr>
                        </p:animEffect>
                      </p:childTnLst>
                    </p:cT>
                  </p:par>
                  <p:par>
                    <p:cT id="10" fill="hold">
                      <p:stCondLst>
                        <p:cond delay="1200"/>
                      </p:stCondLst>
                      <p:childTnLst>
                        <p:set>
                          <p:cBhvr>
                            <p:cT id="11" dur="1" fill="hold">
                              <p:stCondLst>
                                <p:cond delay="0"/>
                              </p:stCondLst>
                            </p:cT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 id="12" dur="500"/>
                            <p:tgtEl>
                              <p:spTgt spid="11"/>
                            </p:tgtEl>
                          </p:cBhvr>
                        </p:animEffect>
                      </p:childTnLst>
                    </p:cT>
                  </p:par>
                  <p:par>
                    <p:cT id="11" fill="hold">
                      <p:stCondLst>
                        <p:cond delay="1400"/>
                      </p:stCondLst>
                      <p:childTnLst>
                        <p:set>
                          <p:cBhvr>
                            <p:cT id="12" dur="1" fill="hold">
                              <p:stCondLst>
                                <p:cond delay="0"/>
                              </p:stCondLst>
                            </p:cT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 id="13" dur="400"/>
                            <p:tgtEl>
                              <p:spTgt spid="13"/>
                            </p:tgtEl>
                          </p:cBhvr>
                        </p:animEffect>
                      </p:childTnLst>
                    </p:cT>
                  </p:par>
                  <p:par>
                    <p:cT id="12" fill="hold">
                      <p:stCondLst>
                        <p:cond delay="1400"/>
                      </p:stCondLst>
                      <p:childTnLst>
                        <p:set>
                          <p:cBhvr>
                            <p:cT id="13" dur="1" fill="hold">
                              <p:stCondLst>
                                <p:cond delay="0"/>
                              </p:stCondLst>
                            </p:cT>
                            <p:tgtEl>
                              <p:spTgt spid="1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 id="14" dur="400"/>
                            <p:tgtEl>
                              <p:spTgt spid="14"/>
                            </p:tgtEl>
                          </p:cBhvr>
                        </p:animEffect>
                      </p:childTnLst>
                    </p:cT>
                  </p:par>
                </p:childTnLst>
              </p:cT>
            </p:seq>
          </p:childTnLst>
        </p:cT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1005840" cy="411480"/>
          </a:xfrm>
          <a:prstGeom prst="roundRect">
            <a:avLst/>
          </a:prstGeom>
          <a:solidFill>
            <a:srgbClr val="E8F0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0584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ctr"/>
            <a:r>
              <a:rPr sz="1400" b="1">
                <a:solidFill>
                  <a:srgbClr val="254537"/>
                </a:solidFill>
                <a:latin typeface="Microsoft YaHei"/>
                <a:ea typeface="Microsoft YaHei"/>
              </a:rPr>
              <a:t>2 /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7360" y="411480"/>
            <a:ext cx="27432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400" b="0">
                <a:solidFill>
                  <a:srgbClr val="52665B"/>
                </a:solidFill>
                <a:latin typeface="Microsoft YaHei"/>
                <a:ea typeface="Microsoft YaHei"/>
              </a:rPr>
              <a:t>超级工程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05840"/>
            <a:ext cx="6126480" cy="52120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bridge-clos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7280"/>
            <a:ext cx="5943600" cy="5029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0" y="1097280"/>
            <a:ext cx="4846320" cy="10972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3600" b="1">
                <a:solidFill>
                  <a:srgbClr val="254537"/>
                </a:solidFill>
                <a:latin typeface="Microsoft YaHei"/>
                <a:ea typeface="Microsoft YaHei"/>
              </a:rPr>
              <a:t>世界最长跨海铁路大桥合龙了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2377440"/>
            <a:ext cx="484632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2200" b="0">
                <a:solidFill>
                  <a:srgbClr val="254537"/>
                </a:solidFill>
                <a:latin typeface="Microsoft YaHei"/>
                <a:ea typeface="Microsoft YaHei"/>
              </a:rPr>
              <a:t>10月20日，杭州湾跨海铁路大桥的北航道桥合龙了。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3200400"/>
            <a:ext cx="484632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2200" b="0">
                <a:solidFill>
                  <a:srgbClr val="254537"/>
                </a:solidFill>
                <a:latin typeface="Microsoft YaHei"/>
                <a:ea typeface="Microsoft YaHei"/>
              </a:rPr>
              <a:t>这座大桥全长29.2公里，是世界上最大的跨海铁路桥，火车以后可以开350公里。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0" y="4206240"/>
            <a:ext cx="4846320" cy="685800"/>
          </a:xfrm>
          <a:prstGeom prst="roundRect">
            <a:avLst/>
          </a:prstGeom>
          <a:solidFill>
            <a:srgbClr val="FFF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0" y="4251960"/>
            <a:ext cx="4663440" cy="5943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BC4F32"/>
                </a:solidFill>
                <a:latin typeface="Microsoft YaHei"/>
                <a:ea typeface="Microsoft YaHei"/>
              </a:rPr>
              <a:t>以后从上海到宁波，坐火车很快就能到。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000" b="0">
                <a:solidFill>
                  <a:srgbClr val="52665B"/>
                </a:solidFill>
                <a:latin typeface="Microsoft YaHei"/>
                <a:ea typeface="Microsoft YaHei"/>
              </a:rPr>
              <a:t>小小新闻播报 · 2026年10月29日 星期四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6400800"/>
            <a:ext cx="48463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r"/>
            <a:r>
              <a:rPr sz="1000" b="0">
                <a:solidFill>
                  <a:srgbClr val="52665B"/>
                </a:solidFill>
                <a:latin typeface="Microsoft YaHei"/>
                <a:ea typeface="Microsoft YaHei"/>
              </a:rPr>
              <a:t>第2页，共3页</a:t>
            </a:r>
          </a:p>
        </p:txBody>
      </p:sp>
    </p:spTree>
  </p:cSld>
  <p:clrMapOvr>
    <a:masterClrMapping/>
  </p:clrMapOvr>
  <p:timing>
    <p:tnLst>
      <p:par>
        <p:cT id="1" dur="indefinite" restart="never" nodeType="tmRoot">
          <p:childTnLst>
            <p:seq concurrent="1" nextAc="seek">
              <p:cT id="2" dur="indefinite" nodeType="mainSeq">
                <p:childTnLst>
                  <p:par>
                    <p:cT id="3" fill="hold">
                      <p:stCondLst>
                        <p:cond delay="0"/>
                      </p:stCondLst>
                      <p:childTnLst>
                        <p:set>
                          <p:cBhvr>
                            <p:cT id="4" dur="1" fill="hold">
                              <p:stCondLst>
                                <p:cond delay="0"/>
                              </p:stCondLst>
                            </p:cT>
                            <p:tgtEl>
                              <p:spTgt spid="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 id="5" dur="300"/>
                            <p:tgtEl>
                              <p:spTgt spid="2"/>
                            </p:tgtEl>
                          </p:cBhvr>
                        </p:animEffect>
                      </p:childTnLst>
                    </p:cT>
                  </p:par>
                  <p:par>
                    <p:cT id="4" fill="hold">
                      <p:stCondLst>
                        <p:cond delay="200"/>
                      </p:stCondLst>
                      <p:childTnLst>
                        <p:set>
                          <p:cBhvr>
                            <p:cT id="5" dur="1" fill="hold">
                              <p:stCondLst>
                                <p:cond delay="0"/>
                              </p:stCondLst>
                            </p:cT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 id="6" dur="400"/>
                            <p:tgtEl>
                              <p:spTgt spid="3"/>
                            </p:tgtEl>
                          </p:cBhvr>
                        </p:animEffect>
                      </p:childTnLst>
                    </p:cT>
                  </p:par>
                  <p:par>
                    <p:cT id="5" fill="hold">
                      <p:stCondLst>
                        <p:cond delay="300"/>
                      </p:stCondLst>
                      <p:childTnLst>
                        <p:set>
                          <p:cBhvr>
                            <p:cT id="6" dur="1" fill="hold">
                              <p:stCondLst>
                                <p:cond delay="0"/>
                              </p:stCondLst>
                            </p:cT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 id="7" dur="400"/>
                            <p:tgtEl>
                              <p:spTgt spid="5"/>
                            </p:tgtEl>
                          </p:cBhvr>
                        </p:animEffect>
                      </p:childTnLst>
                    </p:cT>
                  </p:par>
                  <p:par>
                    <p:cT id="6" fill="hold">
                      <p:stCondLst>
                        <p:cond delay="400"/>
                      </p:stCondLst>
                      <p:childTnLst>
                        <p:set>
                          <p:cBhvr>
                            <p:cT id="7" dur="1" fill="hold">
                              <p:stCondLst>
                                <p:cond delay="0"/>
                              </p:stCondLst>
                            </p:cT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 id="8" dur="500"/>
                            <p:tgtEl>
                              <p:spTgt spid="6"/>
                            </p:tgtEl>
                          </p:cBhvr>
                        </p:animEffect>
                      </p:childTnLst>
                    </p:cT>
                  </p:par>
                  <p:par>
                    <p:cT id="7" fill="hold">
                      <p:stCondLst>
                        <p:cond delay="600"/>
                      </p:stCondLst>
                      <p:childTnLst>
                        <p:set>
                          <p:cBhvr>
                            <p:cT id="8" dur="1" fill="hold">
                              <p:stCondLst>
                                <p:cond delay="0"/>
                              </p:stCondLst>
                            </p:cT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 id="9" dur="500"/>
                            <p:tgtEl>
                              <p:spTgt spid="8"/>
                            </p:tgtEl>
                          </p:cBhvr>
                        </p:animEffect>
                      </p:childTnLst>
                    </p:cT>
                  </p:par>
                  <p:par>
                    <p:cT id="8" fill="hold">
                      <p:stCondLst>
                        <p:cond delay="800"/>
                      </p:stCondLst>
                      <p:childTnLst>
                        <p:set>
                          <p:cBhvr>
                            <p:cT id="9" dur="1" fill="hold">
                              <p:stCondLst>
                                <p:cond delay="0"/>
                              </p:stCondLst>
                            </p:cT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 id="10" dur="500"/>
                            <p:tgtEl>
                              <p:spTgt spid="9"/>
                            </p:tgtEl>
                          </p:cBhvr>
                        </p:animEffect>
                      </p:childTnLst>
                    </p:cT>
                  </p:par>
                  <p:par>
                    <p:cT id="9" fill="hold">
                      <p:stCondLst>
                        <p:cond delay="1000"/>
                      </p:stCondLst>
                      <p:childTnLst>
                        <p:set>
                          <p:cBhvr>
                            <p:cT id="10" dur="1" fill="hold">
                              <p:stCondLst>
                                <p:cond delay="0"/>
                              </p:stCondLst>
                            </p:cT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 id="11" dur="500"/>
                            <p:tgtEl>
                              <p:spTgt spid="10"/>
                            </p:tgtEl>
                          </p:cBhvr>
                        </p:animEffect>
                      </p:childTnLst>
                    </p:cT>
                  </p:par>
                  <p:par>
                    <p:cT id="10" fill="hold">
                      <p:stCondLst>
                        <p:cond delay="1200"/>
                      </p:stCondLst>
                      <p:childTnLst>
                        <p:set>
                          <p:cBhvr>
                            <p:cT id="11" dur="1" fill="hold">
                              <p:stCondLst>
                                <p:cond delay="0"/>
                              </p:stCondLst>
                            </p:cT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 id="12" dur="500"/>
                            <p:tgtEl>
                              <p:spTgt spid="11"/>
                            </p:tgtEl>
                          </p:cBhvr>
                        </p:animEffect>
                      </p:childTnLst>
                    </p:cT>
                  </p:par>
                  <p:par>
                    <p:cT id="11" fill="hold">
                      <p:stCondLst>
                        <p:cond delay="1400"/>
                      </p:stCondLst>
                      <p:childTnLst>
                        <p:set>
                          <p:cBhvr>
                            <p:cT id="12" dur="1" fill="hold">
                              <p:stCondLst>
                                <p:cond delay="0"/>
                              </p:stCondLst>
                            </p:cT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 id="13" dur="400"/>
                            <p:tgtEl>
                              <p:spTgt spid="13"/>
                            </p:tgtEl>
                          </p:cBhvr>
                        </p:animEffect>
                      </p:childTnLst>
                    </p:cT>
                  </p:par>
                  <p:par>
                    <p:cT id="12" fill="hold">
                      <p:stCondLst>
                        <p:cond delay="1400"/>
                      </p:stCondLst>
                      <p:childTnLst>
                        <p:set>
                          <p:cBhvr>
                            <p:cT id="13" dur="1" fill="hold">
                              <p:stCondLst>
                                <p:cond delay="0"/>
                              </p:stCondLst>
                            </p:cT>
                            <p:tgtEl>
                              <p:spTgt spid="1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 id="14" dur="400"/>
                            <p:tgtEl>
                              <p:spTgt spid="14"/>
                            </p:tgtEl>
                          </p:cBhvr>
                        </p:animEffect>
                      </p:childTnLst>
                    </p:cT>
                  </p:par>
                </p:childTnLst>
              </p:cT>
            </p:seq>
          </p:childTnLst>
        </p:cT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1005840" cy="411480"/>
          </a:xfrm>
          <a:prstGeom prst="roundRect">
            <a:avLst/>
          </a:prstGeom>
          <a:solidFill>
            <a:srgbClr val="E8F0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0584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ctr"/>
            <a:r>
              <a:rPr sz="1400" b="1">
                <a:solidFill>
                  <a:srgbClr val="254537"/>
                </a:solidFill>
                <a:latin typeface="Microsoft YaHei"/>
                <a:ea typeface="Microsoft YaHei"/>
              </a:rPr>
              <a:t>3 /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7360" y="411480"/>
            <a:ext cx="27432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400" b="0">
                <a:solidFill>
                  <a:srgbClr val="52665B"/>
                </a:solidFill>
                <a:latin typeface="Microsoft YaHei"/>
                <a:ea typeface="Microsoft YaHei"/>
              </a:rPr>
              <a:t>科学新发现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05840"/>
            <a:ext cx="6126480" cy="52120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ea-amphibian-fossi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7280"/>
            <a:ext cx="5943600" cy="5029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0" y="1097280"/>
            <a:ext cx="4846320" cy="10972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3600" b="1">
                <a:solidFill>
                  <a:srgbClr val="254537"/>
                </a:solidFill>
                <a:latin typeface="Microsoft YaHei"/>
                <a:ea typeface="Microsoft YaHei"/>
              </a:rPr>
              <a:t>贵州发现了2亿多年前的“海怪”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2377440"/>
            <a:ext cx="484632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2200" b="0">
                <a:solidFill>
                  <a:srgbClr val="254537"/>
                </a:solidFill>
                <a:latin typeface="Microsoft YaHei"/>
                <a:ea typeface="Microsoft YaHei"/>
              </a:rPr>
              <a:t>科学家在贵州发现了一种叫“海异螈”的远古动物化石。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3200400"/>
            <a:ext cx="484632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2200" b="0">
                <a:solidFill>
                  <a:srgbClr val="254537"/>
                </a:solidFill>
                <a:latin typeface="Microsoft YaHei"/>
                <a:ea typeface="Microsoft YaHei"/>
              </a:rPr>
              <a:t>它生活在2.37亿年前，是第一个完全在海里生活的两栖动物。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0" y="4206240"/>
            <a:ext cx="4846320" cy="685800"/>
          </a:xfrm>
          <a:prstGeom prst="roundRect">
            <a:avLst/>
          </a:prstGeom>
          <a:solidFill>
            <a:srgbClr val="FFF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0" y="4251960"/>
            <a:ext cx="4663440" cy="5943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BC4F32"/>
                </a:solidFill>
                <a:latin typeface="Microsoft YaHei"/>
                <a:ea typeface="Microsoft YaHei"/>
              </a:rPr>
              <a:t>以前科学家以为两栖动物不能一直住在海里，这个发现改变了他们的想法。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000" b="0">
                <a:solidFill>
                  <a:srgbClr val="52665B"/>
                </a:solidFill>
                <a:latin typeface="Microsoft YaHei"/>
                <a:ea typeface="Microsoft YaHei"/>
              </a:rPr>
              <a:t>小小新闻播报 · 2026年10月29日 星期四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6400800"/>
            <a:ext cx="48463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r"/>
            <a:r>
              <a:rPr sz="1000" b="0">
                <a:solidFill>
                  <a:srgbClr val="52665B"/>
                </a:solidFill>
                <a:latin typeface="Microsoft YaHei"/>
                <a:ea typeface="Microsoft YaHei"/>
              </a:rPr>
              <a:t>第3页，共3页</a:t>
            </a:r>
          </a:p>
        </p:txBody>
      </p:sp>
    </p:spTree>
  </p:cSld>
  <p:clrMapOvr>
    <a:masterClrMapping/>
  </p:clrMapOvr>
  <p:timing>
    <p:tnLst>
      <p:par>
        <p:cT id="1" dur="indefinite" restart="never" nodeType="tmRoot">
          <p:childTnLst>
            <p:seq concurrent="1" nextAc="seek">
              <p:cT id="2" dur="indefinite" nodeType="mainSeq">
                <p:childTnLst>
                  <p:par>
                    <p:cT id="3" fill="hold">
                      <p:stCondLst>
                        <p:cond delay="0"/>
                      </p:stCondLst>
                      <p:childTnLst>
                        <p:set>
                          <p:cBhvr>
                            <p:cT id="4" dur="1" fill="hold">
                              <p:stCondLst>
                                <p:cond delay="0"/>
                              </p:stCondLst>
                            </p:cT>
                            <p:tgtEl>
                              <p:spTgt spid="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 id="5" dur="300"/>
                            <p:tgtEl>
                              <p:spTgt spid="2"/>
                            </p:tgtEl>
                          </p:cBhvr>
                        </p:animEffect>
                      </p:childTnLst>
                    </p:cT>
                  </p:par>
                  <p:par>
                    <p:cT id="4" fill="hold">
                      <p:stCondLst>
                        <p:cond delay="200"/>
                      </p:stCondLst>
                      <p:childTnLst>
                        <p:set>
                          <p:cBhvr>
                            <p:cT id="5" dur="1" fill="hold">
                              <p:stCondLst>
                                <p:cond delay="0"/>
                              </p:stCondLst>
                            </p:cT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 id="6" dur="400"/>
                            <p:tgtEl>
                              <p:spTgt spid="3"/>
                            </p:tgtEl>
                          </p:cBhvr>
                        </p:animEffect>
                      </p:childTnLst>
                    </p:cT>
                  </p:par>
                  <p:par>
                    <p:cT id="5" fill="hold">
                      <p:stCondLst>
                        <p:cond delay="300"/>
                      </p:stCondLst>
                      <p:childTnLst>
                        <p:set>
                          <p:cBhvr>
                            <p:cT id="6" dur="1" fill="hold">
                              <p:stCondLst>
                                <p:cond delay="0"/>
                              </p:stCondLst>
                            </p:cT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 id="7" dur="400"/>
                            <p:tgtEl>
                              <p:spTgt spid="5"/>
                            </p:tgtEl>
                          </p:cBhvr>
                        </p:animEffect>
                      </p:childTnLst>
                    </p:cT>
                  </p:par>
                  <p:par>
                    <p:cT id="6" fill="hold">
                      <p:stCondLst>
                        <p:cond delay="400"/>
                      </p:stCondLst>
                      <p:childTnLst>
                        <p:set>
                          <p:cBhvr>
                            <p:cT id="7" dur="1" fill="hold">
                              <p:stCondLst>
                                <p:cond delay="0"/>
                              </p:stCondLst>
                            </p:cT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 id="8" dur="500"/>
                            <p:tgtEl>
                              <p:spTgt spid="6"/>
                            </p:tgtEl>
                          </p:cBhvr>
                        </p:animEffect>
                      </p:childTnLst>
                    </p:cT>
                  </p:par>
                  <p:par>
                    <p:cT id="7" fill="hold">
                      <p:stCondLst>
                        <p:cond delay="600"/>
                      </p:stCondLst>
                      <p:childTnLst>
                        <p:set>
                          <p:cBhvr>
                            <p:cT id="8" dur="1" fill="hold">
                              <p:stCondLst>
                                <p:cond delay="0"/>
                              </p:stCondLst>
                            </p:cT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 id="9" dur="500"/>
                            <p:tgtEl>
                              <p:spTgt spid="8"/>
                            </p:tgtEl>
                          </p:cBhvr>
                        </p:animEffect>
                      </p:childTnLst>
                    </p:cT>
                  </p:par>
                  <p:par>
                    <p:cT id="8" fill="hold">
                      <p:stCondLst>
                        <p:cond delay="800"/>
                      </p:stCondLst>
                      <p:childTnLst>
                        <p:set>
                          <p:cBhvr>
                            <p:cT id="9" dur="1" fill="hold">
                              <p:stCondLst>
                                <p:cond delay="0"/>
                              </p:stCondLst>
                            </p:cT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 id="10" dur="500"/>
                            <p:tgtEl>
                              <p:spTgt spid="9"/>
                            </p:tgtEl>
                          </p:cBhvr>
                        </p:animEffect>
                      </p:childTnLst>
                    </p:cT>
                  </p:par>
                  <p:par>
                    <p:cT id="9" fill="hold">
                      <p:stCondLst>
                        <p:cond delay="1000"/>
                      </p:stCondLst>
                      <p:childTnLst>
                        <p:set>
                          <p:cBhvr>
                            <p:cT id="10" dur="1" fill="hold">
                              <p:stCondLst>
                                <p:cond delay="0"/>
                              </p:stCondLst>
                            </p:cT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 id="11" dur="500"/>
                            <p:tgtEl>
                              <p:spTgt spid="10"/>
                            </p:tgtEl>
                          </p:cBhvr>
                        </p:animEffect>
                      </p:childTnLst>
                    </p:cT>
                  </p:par>
                  <p:par>
                    <p:cT id="10" fill="hold">
                      <p:stCondLst>
                        <p:cond delay="1200"/>
                      </p:stCondLst>
                      <p:childTnLst>
                        <p:set>
                          <p:cBhvr>
                            <p:cT id="11" dur="1" fill="hold">
                              <p:stCondLst>
                                <p:cond delay="0"/>
                              </p:stCondLst>
                            </p:cT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 id="12" dur="500"/>
                            <p:tgtEl>
                              <p:spTgt spid="11"/>
                            </p:tgtEl>
                          </p:cBhvr>
                        </p:animEffect>
                      </p:childTnLst>
                    </p:cT>
                  </p:par>
                  <p:par>
                    <p:cT id="11" fill="hold">
                      <p:stCondLst>
                        <p:cond delay="1400"/>
                      </p:stCondLst>
                      <p:childTnLst>
                        <p:set>
                          <p:cBhvr>
                            <p:cT id="12" dur="1" fill="hold">
                              <p:stCondLst>
                                <p:cond delay="0"/>
                              </p:stCondLst>
                            </p:cT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 id="13" dur="400"/>
                            <p:tgtEl>
                              <p:spTgt spid="13"/>
                            </p:tgtEl>
                          </p:cBhvr>
                        </p:animEffect>
                      </p:childTnLst>
                    </p:cT>
                  </p:par>
                  <p:par>
                    <p:cT id="12" fill="hold">
                      <p:stCondLst>
                        <p:cond delay="1400"/>
                      </p:stCondLst>
                      <p:childTnLst>
                        <p:set>
                          <p:cBhvr>
                            <p:cT id="13" dur="1" fill="hold">
                              <p:stCondLst>
                                <p:cond delay="0"/>
                              </p:stCondLst>
                            </p:cT>
                            <p:tgtEl>
                              <p:spTgt spid="1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 id="14" dur="400"/>
                            <p:tgtEl>
                              <p:spTgt spid="14"/>
                            </p:tgtEl>
                          </p:cBhvr>
                        </p:animEffect>
                      </p:childTnLst>
                    </p:cT>
                  </p:par>
                </p:childTnLst>
              </p:cT>
            </p:seq>
          </p:childTnLst>
        </p:cT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