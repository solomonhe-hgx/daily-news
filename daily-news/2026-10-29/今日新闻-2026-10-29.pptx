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1148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亚洲残疾人运动会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61264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ra-games-chin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943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097280"/>
            <a:ext cx="48463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600" b="1">
                <a:solidFill>
                  <a:srgbClr val="254537"/>
                </a:solidFill>
                <a:latin typeface="Microsoft YaHei"/>
                <a:ea typeface="Microsoft YaHei"/>
              </a:rPr>
              <a:t>中国运动员在日本拿了207块金牌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10月24日，第4届亚洲残疾人运动会在日本结束了。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中国代表团拿了207块金牌，一共435块奖牌，连续第五次排第一。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206240"/>
            <a:ext cx="4846320" cy="6858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251960"/>
            <a:ext cx="46634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残疾人运动员也很努力，他们用行动告诉我们：坚持就能做到。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小小新闻播报 · 2026年10月29日 星期四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4008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第1页，共3页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20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3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30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5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40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>
                  </p:par>
                  <p:par>
                    <p:cT id="7" fill="hold">
                      <p:stCondLst>
                        <p:cond delay="600"/>
                      </p:stCondLst>
                      <p:childTnLst>
                        <p:set>
                          <p:cBhvr>
                            <p:cT id="8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9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8" fill="hold">
                      <p:stCondLst>
                        <p:cond delay="800"/>
                      </p:stCondLst>
                      <p:childTnLst>
                        <p:set>
                          <p:cBhvr>
                            <p:cT id="9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0"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9" fill="hold">
                      <p:stCondLst>
                        <p:cond delay="1000"/>
                      </p:stCondLst>
                      <p:childTnLst>
                        <p:set>
                          <p:cBhvr>
                            <p:cT id="10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1"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>
                  </p:par>
                  <p:par>
                    <p:cT id="10" fill="hold">
                      <p:stCondLst>
                        <p:cond delay="1200"/>
                      </p:stCondLst>
                      <p:childTnLst>
                        <p:set>
                          <p:cBhvr>
                            <p:cT id="11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2"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11" fill="hold">
                      <p:stCondLst>
                        <p:cond delay="1400"/>
                      </p:stCondLst>
                      <p:childTnLst>
                        <p:set>
                          <p:cBhvr>
                            <p:cT id="12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3" dur="40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  <p:par>
                    <p:cT id="12" fill="hold">
                      <p:stCondLst>
                        <p:cond delay="1400"/>
                      </p:stCondLst>
                      <p:childTnLst>
                        <p:set>
                          <p:cBhvr>
                            <p:cT id="13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4" dur="400"/>
                            <p:tgtEl>
                              <p:spTgt spid="14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1148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超级工程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61264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ridge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943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097280"/>
            <a:ext cx="48463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600" b="1">
                <a:solidFill>
                  <a:srgbClr val="254537"/>
                </a:solidFill>
                <a:latin typeface="Microsoft YaHei"/>
                <a:ea typeface="Microsoft YaHei"/>
              </a:rPr>
              <a:t>世界最长跨海铁路大桥合龙了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10月20日，杭州湾跨海铁路大桥的北航道桥合龙了。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这座大桥全长29.2公里，是世界上最大的跨海铁路桥，火车以后可以开350公里。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206240"/>
            <a:ext cx="4846320" cy="6858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251960"/>
            <a:ext cx="46634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以后从上海到宁波，坐火车很快就能到。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小小新闻播报 · 2026年10月29日 星期四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4008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第2页，共3页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20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3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30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5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40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>
                  </p:par>
                  <p:par>
                    <p:cT id="7" fill="hold">
                      <p:stCondLst>
                        <p:cond delay="600"/>
                      </p:stCondLst>
                      <p:childTnLst>
                        <p:set>
                          <p:cBhvr>
                            <p:cT id="8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9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8" fill="hold">
                      <p:stCondLst>
                        <p:cond delay="800"/>
                      </p:stCondLst>
                      <p:childTnLst>
                        <p:set>
                          <p:cBhvr>
                            <p:cT id="9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0"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9" fill="hold">
                      <p:stCondLst>
                        <p:cond delay="1000"/>
                      </p:stCondLst>
                      <p:childTnLst>
                        <p:set>
                          <p:cBhvr>
                            <p:cT id="10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1"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>
                  </p:par>
                  <p:par>
                    <p:cT id="10" fill="hold">
                      <p:stCondLst>
                        <p:cond delay="1200"/>
                      </p:stCondLst>
                      <p:childTnLst>
                        <p:set>
                          <p:cBhvr>
                            <p:cT id="11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2"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11" fill="hold">
                      <p:stCondLst>
                        <p:cond delay="1400"/>
                      </p:stCondLst>
                      <p:childTnLst>
                        <p:set>
                          <p:cBhvr>
                            <p:cT id="12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3" dur="40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  <p:par>
                    <p:cT id="12" fill="hold">
                      <p:stCondLst>
                        <p:cond delay="1400"/>
                      </p:stCondLst>
                      <p:childTnLst>
                        <p:set>
                          <p:cBhvr>
                            <p:cT id="13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4" dur="400"/>
                            <p:tgtEl>
                              <p:spTgt spid="14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3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1148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科学新发现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61264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a-amphibian-foss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943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097280"/>
            <a:ext cx="48463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600" b="1">
                <a:solidFill>
                  <a:srgbClr val="254537"/>
                </a:solidFill>
                <a:latin typeface="Microsoft YaHei"/>
                <a:ea typeface="Microsoft YaHei"/>
              </a:rPr>
              <a:t>贵州发现了2亿多年前的“海怪”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科学家在贵州发现了一种叫“海异螈”的远古动物化石。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它生活在2.37亿年前，是第一个完全在海里生活的两栖动物。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206240"/>
            <a:ext cx="4846320" cy="6858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251960"/>
            <a:ext cx="46634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以前科学家以为两栖动物不能一直住在海里，这个发现改变了他们的想法。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小小新闻播报 · 2026年10月29日 星期四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4008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第3页，共3页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20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3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30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5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40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>
                  </p:par>
                  <p:par>
                    <p:cT id="7" fill="hold">
                      <p:stCondLst>
                        <p:cond delay="600"/>
                      </p:stCondLst>
                      <p:childTnLst>
                        <p:set>
                          <p:cBhvr>
                            <p:cT id="8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9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8" fill="hold">
                      <p:stCondLst>
                        <p:cond delay="800"/>
                      </p:stCondLst>
                      <p:childTnLst>
                        <p:set>
                          <p:cBhvr>
                            <p:cT id="9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0"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9" fill="hold">
                      <p:stCondLst>
                        <p:cond delay="1000"/>
                      </p:stCondLst>
                      <p:childTnLst>
                        <p:set>
                          <p:cBhvr>
                            <p:cT id="10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1"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>
                  </p:par>
                  <p:par>
                    <p:cT id="10" fill="hold">
                      <p:stCondLst>
                        <p:cond delay="1200"/>
                      </p:stCondLst>
                      <p:childTnLst>
                        <p:set>
                          <p:cBhvr>
                            <p:cT id="11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2"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11" fill="hold">
                      <p:stCondLst>
                        <p:cond delay="1400"/>
                      </p:stCondLst>
                      <p:childTnLst>
                        <p:set>
                          <p:cBhvr>
                            <p:cT id="12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3" dur="40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  <p:par>
                    <p:cT id="12" fill="hold">
                      <p:stCondLst>
                        <p:cond delay="1400"/>
                      </p:stCondLst>
                      <p:childTnLst>
                        <p:set>
                          <p:cBhvr>
                            <p:cT id="13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4" dur="400"/>
                            <p:tgtEl>
                              <p:spTgt spid="14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