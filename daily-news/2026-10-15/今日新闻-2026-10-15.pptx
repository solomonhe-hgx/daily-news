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分享日：2026-10-15（星期四）；制作与查询日：2026-10-14。</a:t>
            </a:r>
          </a:p>
          <a:p>
            <a:r>
              <a:t>新闻：https://science.nasa.gov/image-article/apod-2026-october-14-mars-and-the-beehive-under-an-aurora/</a:t>
            </a:r>
          </a:p>
          <a:p>
            <a:r>
              <a:t>图片：https://assets.science.nasa.gov/dynamicimage/assets/science/cds/apod/apod/2026/october/2026_10_10_PZ_Jesli%C4%8Dky_01_1500px.png?w=1500&amp;h=1000&amp;fit=clip&amp;crop=faces%2Cfocalpoint</a:t>
            </a:r>
          </a:p>
          <a:p>
            <a:r>
              <a:t>教学目的：我们学会抬头观察天空里的不同光点。</a:t>
            </a:r>
          </a:p>
          <a:p>
            <a:r>
              <a:t>天气：https://www.weather.com.cn/weather/101020100.shtml，10月15日阴、21—25℃。</a:t>
            </a:r>
          </a:p>
          <a:p>
            <a:r>
              <a:t>教学目的单独标出，不冒充报道中的新事实。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分享日：2026-10-15（星期四）；制作与查询日：2026-10-14。</a:t>
            </a:r>
          </a:p>
          <a:p>
            <a:r>
              <a:t>新闻：https://www.news.cn/photo/20261014/5e06d1aece0f48e1bc115b8f400cd84f/c.html</a:t>
            </a:r>
          </a:p>
          <a:p>
            <a:r>
              <a:t>图片：https://www.news.cn/photo/20261014/5e06d1aece0f48e1bc115b8f400cd84f/202610145e06d1aece0f48e1bc115b8f400cd84f_202610144e989e4efa6b4f75a427d2a66aebb29a.jpg</a:t>
            </a:r>
          </a:p>
          <a:p>
            <a:r>
              <a:t>教学目的：保护湿地，就是帮助鸟儿有地方生活。</a:t>
            </a:r>
          </a:p>
          <a:p>
            <a:r>
              <a:t>天气：https://www.weather.com.cn/weather/101020100.shtml，10月15日阴、21—25℃。</a:t>
            </a:r>
          </a:p>
          <a:p>
            <a:r>
              <a:t>教学目的单独标出，不冒充报道中的新事实。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分享日：2026-10-15（星期四）；制作与查询日：2026-10-14。</a:t>
            </a:r>
          </a:p>
          <a:p>
            <a:r>
              <a:t>新闻：https://www.news.cn/photo/20261014/4ce125bacee74025957460148e0be0cb/c.html</a:t>
            </a:r>
          </a:p>
          <a:p>
            <a:r>
              <a:t>图片：https://www.news.cn/photo/20261014/4ce125bacee74025957460148e0be0cb/202610144ce125bacee74025957460148e0be0cb_20261014313b7d0a7d744209a8233e013e8f24ab.jpg</a:t>
            </a:r>
          </a:p>
          <a:p>
            <a:r>
              <a:t>教学目的：云海不是海水，它是大片云雾。</a:t>
            </a:r>
          </a:p>
          <a:p>
            <a:r>
              <a:t>天气：https://www.weather.com.cn/weather/101020100.shtml，10月15日阴、21—25℃。</a:t>
            </a:r>
          </a:p>
          <a:p>
            <a:r>
              <a:t>教学目的单独标出，不冒充报道中的新事实。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weather.com.cn/weather/101020100.shtml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science.nasa.gov/image-article/apod-2026-october-14-mars-and-the-beehive-under-an-aurora/" TargetMode="External"/><Relationship Id="rId5" Type="http://schemas.openxmlformats.org/officeDocument/2006/relationships/hyperlink" Target="https://assets.science.nasa.gov/dynamicimage/assets/science/cds/apod/apod/2026/october/2026_10_10_PZ_Jesli%C4%8Dky_01_1500px.png?w=1500&amp;h=1000&amp;fit=clip&amp;crop=faces%2Cfocalpoint" TargetMode="Externa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weather.com.cn/weather/101020100.shtml" TargetMode="External"/><Relationship Id="rId3" Type="http://schemas.openxmlformats.org/officeDocument/2006/relationships/image" Target="../media/image2.png"/><Relationship Id="rId4" Type="http://schemas.openxmlformats.org/officeDocument/2006/relationships/hyperlink" Target="https://www.news.cn/photo/20261014/5e06d1aece0f48e1bc115b8f400cd84f/c.html" TargetMode="External"/><Relationship Id="rId5" Type="http://schemas.openxmlformats.org/officeDocument/2006/relationships/hyperlink" Target="https://www.news.cn/photo/20261014/5e06d1aece0f48e1bc115b8f400cd84f/202610145e06d1aece0f48e1bc115b8f400cd84f_202610144e989e4efa6b4f75a427d2a66aebb29a.jpg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weather.com.cn/weather/101020100.shtml" TargetMode="External"/><Relationship Id="rId3" Type="http://schemas.openxmlformats.org/officeDocument/2006/relationships/image" Target="../media/image3.png"/><Relationship Id="rId4" Type="http://schemas.openxmlformats.org/officeDocument/2006/relationships/hyperlink" Target="https://www.news.cn/photo/20261014/4ce125bacee74025957460148e0be0cb/c.html" TargetMode="External"/><Relationship Id="rId5" Type="http://schemas.openxmlformats.org/officeDocument/2006/relationships/hyperlink" Target="https://www.news.cn/photo/20261014/4ce125bacee74025957460148e0be0cb/202610144ce125bacee74025957460148e0be0cb_20261014313b7d0a7d744209a8233e013e8f24ab.jpg" TargetMode="Externa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4572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4537"/>
                </a:solidFill>
                <a:latin typeface="PingFang SC"/>
                <a:ea typeface="PingFang SC"/>
              </a:rPr>
              <a:t>今日新闻 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274320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54537"/>
                </a:solidFill>
                <a:latin typeface="PingFang SC"/>
                <a:ea typeface="PingFang SC"/>
              </a:rPr>
              <a:t>2026年10月15日 星期四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722376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上海 阴 21—25℃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7589520" cy="5715000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15440"/>
            <a:ext cx="7223760" cy="481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537960"/>
            <a:ext cx="7040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</a:rPr>
              <a:t>图里：绿色和粉色极光挂在火星上方。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08760"/>
            <a:ext cx="57150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瑞典夜空拍到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极光和火星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246120"/>
            <a:ext cx="557784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10月10日，瑞典夜空出现了彩色极光。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572000"/>
            <a:ext cx="5577840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照片里，火星正好在一群小星星旁边。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7" y="5925312"/>
            <a:ext cx="5715000" cy="1024128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6080760"/>
            <a:ext cx="5394960" cy="75895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75D3D"/>
                </a:solidFill>
                <a:latin typeface="PingFang SC"/>
                <a:ea typeface="PingFang SC"/>
              </a:rPr>
              <a:t>我们学会抬头观察天空里的不同光点。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7324344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4"/>
              </a:rPr>
              <a:t>新闻原文：NASA ·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7680960"/>
            <a:ext cx="120700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5"/>
              </a:rPr>
              <a:t>图片来源：Petr Horálek、Josef Kujal、Vojan Höfer · 拍摄 2026-10-10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7324344"/>
            <a:ext cx="5760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天气预报：中国天气网 · 10月14日查询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4572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4537"/>
                </a:solidFill>
                <a:latin typeface="PingFang SC"/>
                <a:ea typeface="PingFang SC"/>
              </a:rPr>
              <a:t>今日新闻 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274320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54537"/>
                </a:solidFill>
                <a:latin typeface="PingFang SC"/>
                <a:ea typeface="PingFang SC"/>
              </a:rPr>
              <a:t>2026年10月15日 星期四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722376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上海 阴 21—25℃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7589520" cy="5715000"/>
          </a:xfrm>
          <a:prstGeom prst="roundRect">
            <a:avLst>
              <a:gd name="adj" fmla="val 12000"/>
            </a:avLst>
          </a:prstGeom>
          <a:solidFill>
            <a:srgbClr val="E9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i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18843"/>
            <a:ext cx="7223760" cy="44090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537960"/>
            <a:ext cx="7040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</a:rPr>
              <a:t>图里：一群白色鸟儿正贴着水面飞。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08760"/>
            <a:ext cx="57150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山西运城鸟群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飞过盐湖湿地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246120"/>
            <a:ext cx="557784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10月12日，许多鸟儿飞过运城盐湖湿地。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572000"/>
            <a:ext cx="5577840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修复后的湿地，能让鸟儿吃东西和休息。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7" y="5925312"/>
            <a:ext cx="5715000" cy="1024128"/>
          </a:xfrm>
          <a:prstGeom prst="roundRect">
            <a:avLst>
              <a:gd name="adj" fmla="val 12000"/>
            </a:avLst>
          </a:prstGeom>
          <a:solidFill>
            <a:srgbClr val="E9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6080760"/>
            <a:ext cx="5394960" cy="75895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75D3D"/>
                </a:solidFill>
                <a:latin typeface="PingFang SC"/>
                <a:ea typeface="PingFang SC"/>
              </a:rPr>
              <a:t>保护湿地，就是帮助鸟儿有地方生活。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7324344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4"/>
              </a:rPr>
              <a:t>新闻原文：新华社 ·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7680960"/>
            <a:ext cx="120700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5"/>
              </a:rPr>
              <a:t>图片来源：新华社发 / 薛俊摄 · 拍摄 2026-10-12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7324344"/>
            <a:ext cx="5760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天气预报：中国天气网 · 10月14日查询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4572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4537"/>
                </a:solidFill>
                <a:latin typeface="PingFang SC"/>
                <a:ea typeface="PingFang SC"/>
              </a:rPr>
              <a:t>今日新闻 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274320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54537"/>
                </a:solidFill>
                <a:latin typeface="PingFang SC"/>
                <a:ea typeface="PingFang SC"/>
              </a:rPr>
              <a:t>2026年10月15日 星期四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722376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上海 阴 21—25℃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7589520" cy="5715000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oud-s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990987"/>
            <a:ext cx="7223760" cy="40647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537960"/>
            <a:ext cx="7040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</a:rPr>
              <a:t>图里：白云铺在黄河和山沟上方。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08760"/>
            <a:ext cx="57150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山西壶口瀑布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上空出现云海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246120"/>
            <a:ext cx="557784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10月13日，壶口瀑布上空出现了大片云海。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572000"/>
            <a:ext cx="5577840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白云在山沟里翻滚，无人机从高处拍下来。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7" y="5925312"/>
            <a:ext cx="5715000" cy="1024128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6080760"/>
            <a:ext cx="5394960" cy="75895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75D3D"/>
                </a:solidFill>
                <a:latin typeface="PingFang SC"/>
                <a:ea typeface="PingFang SC"/>
              </a:rPr>
              <a:t>云海不是海水，它是大片云雾。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7324344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4"/>
              </a:rPr>
              <a:t>新闻原文：新华社 ·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7680960"/>
            <a:ext cx="120700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5"/>
              </a:rPr>
              <a:t>图片来源：新华社发 / 刘宏达摄 · 拍摄 2026-10-13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7324344"/>
            <a:ext cx="5760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天气预报：中国天气网 · 10月14日查询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今日新闻 · 2026-10-15</dc:title>
  <dc:subject>幼儿园大班 · 3条真实新闻 · 每条一页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