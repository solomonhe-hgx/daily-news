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太空里的互联网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tellite-la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第28组卫星从海南飞上天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10月25日，长征八号甲火箭从海南起飞，把第28组卫星送进太空。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这些卫星在天上组成一张大网，让偏远地方也能上网。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以后在很远很远的地方，也能用卫星上网课、看视频。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2026年10月27日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第1页，共3页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体操世锦赛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ymnastics-te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中国体操队时隔20年再夺世界冠军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在荷兰鹿特丹，中国女子体操队拿了世锦赛团体冠军。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这是中国队时隔20年再夺这个冠军，上次夺冠还是2006年。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团队合作和坚持练习，就能离梦想更近。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2026年10月27日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第2页，共3页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未来的科技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ience-for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科学家发布十大前瞻技术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10月21日，在重庆的世界科技与发展论坛上，科学家发布了十大前瞻技术。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这些技术包括会自己做实验的AI、脑机接口、基因编辑等。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这些新技术可能会改变我们的生活，让未来更美好。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2026年10月27日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第3页，共3页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